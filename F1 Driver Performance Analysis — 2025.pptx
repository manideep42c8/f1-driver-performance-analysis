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5B775-999C-4901-B91F-1172FDA31B4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3FF1-6A0F-445D-A3B2-6C7FF6035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20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3FF1-6A0F-445D-A3B2-6C7FF60359F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703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5CBC-DA74-2A56-A63A-73901F790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BEE98-B029-061A-CDEB-B8DEA1F37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A703-3D88-90F5-CEB1-458884D6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2394A-E2C0-6219-90E2-3335B134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FB86F-55C2-FAB9-E7A1-B723F3BB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62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B78F-5D28-A6FC-9CD4-1E81471BE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C188-94EC-F55C-9763-D11F907BD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825F7-C72D-F66D-380E-AC0A09B2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011C9-5998-FCFB-02BE-900C8C636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AE065-5FA2-7A0E-9859-7935B3BC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72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6D6E-5758-E246-0CD2-49BF66D4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3DFB9-6E3E-1845-D3FA-A5A937255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79208-CB50-04F2-4D6F-82DCBC2C0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74DB9-CE3B-3F2F-7180-439971AF7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100FB-44A9-BB1A-3506-AA5A583D9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748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6411-06F8-31F5-C220-3163B097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16361-4891-272D-108C-4990603DF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16F1F-DBCD-405E-4FDF-07DD6E0D8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20247-CEFD-5F7A-0EDE-63EA5CF1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E8FB3-C7BD-3ED3-D336-986CE234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3886F-DCA2-C104-8CFC-E5400FDD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8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EC2A-CD90-2F5A-8883-1336110E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8912A-EFA6-8A0D-74AF-E8D25F4C1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19505-8AAF-0A45-147D-B01F147B9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861B8-743C-E2F3-D696-9811CD6AD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DD737-9070-C6D5-E0D7-C26CC7C60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593146-72CC-394B-35D9-D913B207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75CDC-B265-C3BD-43F2-BD85887A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0F2E6-049D-2515-9F5A-C4404521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0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51C6-6D20-C4F0-2866-1F82692D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B6931-655E-9EF0-D5F6-4EB43F13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89414-3DFF-1B65-2B96-44F48DF5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EDD29-50E2-FBBD-F481-062A05CB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01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D828F-E4F4-D463-6644-DA5EDBD1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0F2CF-E21D-D07E-B613-102CBBA8E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0AD33-F2EB-3502-7CFC-FDE5787C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16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FEDB-52DE-4C67-033A-CEC6A57D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53EF6-191E-D48F-5B25-DBCC31AD1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49096-0E7F-79AA-D28C-D6DE07A3C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463A8-17F4-1A7C-1B14-2FF27162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5DDC8-1C05-53F6-2C25-4182C036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C5C40-C94F-828C-569A-E2509DAA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50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29CB-9FA7-F7A9-E854-C864F9B21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390651-CBF3-0169-7F73-2AC3F49E0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48965-940B-7D55-A4E5-C8A87E3FC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CB849-4757-C9E2-9678-2D39EC81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88B56-A462-4707-0D35-255F3E7BD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7E57B-EE4E-0699-3E1C-AE3FEA42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58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31FB-BA43-89EC-3A29-14B2908A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A321C-3B44-7492-6BD0-63C4940CC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22543-C830-8288-DEEB-18F75795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34F4C-CD34-57B9-8EF3-38F09AEA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1E10F-4B75-9D67-774D-4F9AB055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15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73705-6BBC-2CC8-8239-695BB8FFD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2936E-2349-66EC-FE90-6AF511A08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F5B6-2A69-16E0-7AA8-2C4827BF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5DAC3-75F4-F581-D415-D89D40E6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6E664-9C26-BB90-B901-B7EB7929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30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9D356D-B7EC-7809-4236-1FEC8357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EFDC1-2C5A-F9FA-E552-DF1D9F6C8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6C46E-DA81-677C-35A3-EE641CB83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E4DA3-BF64-4C35-B354-A0E787C6DED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A0D08-B1D9-0831-3C59-01FF8BD41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E9DB3-65FE-C62E-2CEA-CBC3B0375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100BE-D2B9-4C82-9B1C-B1453B583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09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8A42-EB05-18AC-6063-8BBA4FB0D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7558" y="636103"/>
            <a:ext cx="7874442" cy="2639833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Driver Performance Analysis — 2025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concise, data-driven evaluation of driver performance beyond championship points 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18541-32D3-92F4-BE4D-D0D398DAF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7557" y="3339548"/>
            <a:ext cx="7802881" cy="1868556"/>
          </a:xfrm>
        </p:spPr>
        <p:txBody>
          <a:bodyPr>
            <a:normAutofit/>
          </a:bodyPr>
          <a:lstStyle/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Surya Mani Deep 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September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44BD7-766B-06FA-B92A-CDCB5CC17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32"/>
            <a:ext cx="4317558" cy="68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91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0ADA21-ECCC-45D7-09F8-3743231B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2012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Objectives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Vertical Text Placeholder 8">
            <a:extLst>
              <a:ext uri="{FF2B5EF4-FFF2-40B4-BE49-F238E27FC236}">
                <a16:creationId xmlns:a16="http://schemas.microsoft.com/office/drawing/2014/main" id="{67C0ADE3-F07F-6099-A470-4F5CF9674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871"/>
            <a:ext cx="10515600" cy="4523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analyses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1 driver performance during the 2025 season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race and qualifying data.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performance metrics are combined to provide a broader view of driver performance across the season.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covers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results, qualifying performance, consistency, reliability, and race execution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the results combined into a weighted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Score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driver performance throughout the 2025 season. 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drivers across multiple performance metrics. 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race and qualifying performance. 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consistency and reliability. 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weighted Overall Performance Score. 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interactive Power BI dashboard to visualise the analysis.</a:t>
            </a: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52965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44BA-D467-E4DC-0C14-2F07C7D9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59"/>
            <a:ext cx="10515600" cy="1089376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2F34-A7C9-D54C-5DC6-198445D7B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FastF1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extraction) →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(cleaning &amp; aggregation) →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(interactive visualization).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Formula 1 Season race and qualifying session data were collected using 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FastF1 Python library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driver and team information, qualifying positions, race finishing positions, championship points, wins and podiums, DNF / retirement information, session and race details.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 FastF1 → Python scripts → Pandas cleaning &amp; summary CSVs → Power BI import and dashboard build.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2EB4D-5810-3A6D-D2B9-7C3711F52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87" y="3429000"/>
            <a:ext cx="10217425" cy="158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1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D886-BDF2-1E36-FDC1-DF39D4139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679F-D839-0240-EBEF-013E8A20F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6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uses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key metrics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different aspects of Formula 1 driver performance throughout the 2025 season.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🏁 Race Performance: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Points — Championship points earned during the season.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 Rate — Percentage of races won.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Podium Rate — Percentage of races finished on the podium.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Finish Position — Average finishing position across races. 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Consistency &amp; Reliability: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 Consistency — Measures variation in race finishing positions.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DNF Rate — Percentage of races not finished. </a:t>
            </a:r>
          </a:p>
          <a:p>
            <a:pPr marL="0" lv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⏱️ Qualifying &amp; Race Performance: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Qualifying Position — Average position achieved in qualifying.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Qualifying–Race Gap — Average difference between qualifying position and race finishing position.</a:t>
            </a:r>
          </a:p>
        </p:txBody>
      </p:sp>
    </p:spTree>
    <p:extLst>
      <p:ext uri="{BB962C8B-B14F-4D97-AF65-F5344CB8AC3E}">
        <p14:creationId xmlns:p14="http://schemas.microsoft.com/office/powerpoint/2010/main" val="239385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6419-6925-1D58-6D9A-47D45BA8A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Methodology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591614-41B5-568E-B314-A6EF49DE62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735199"/>
              </p:ext>
            </p:extLst>
          </p:nvPr>
        </p:nvGraphicFramePr>
        <p:xfrm>
          <a:off x="914400" y="2614018"/>
          <a:ext cx="10122010" cy="3253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61005">
                  <a:extLst>
                    <a:ext uri="{9D8B030D-6E8A-4147-A177-3AD203B41FA5}">
                      <a16:colId xmlns:a16="http://schemas.microsoft.com/office/drawing/2014/main" val="398668536"/>
                    </a:ext>
                  </a:extLst>
                </a:gridCol>
                <a:gridCol w="5061005">
                  <a:extLst>
                    <a:ext uri="{9D8B030D-6E8A-4147-A177-3AD203B41FA5}">
                      <a16:colId xmlns:a16="http://schemas.microsoft.com/office/drawing/2014/main" val="14336428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342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21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69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Podium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41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DNF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215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Finish Position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200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Qualifying–Race Gap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15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Average Qualifying Position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64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Consistency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998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D9270E-C59E-482C-1499-000A77FF813F}"/>
              </a:ext>
            </a:extLst>
          </p:cNvPr>
          <p:cNvSpPr txBox="1"/>
          <p:nvPr/>
        </p:nvSpPr>
        <p:spPr>
          <a:xfrm>
            <a:off x="838200" y="1690688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weights were assigned based on the role of each metric in evaluating overall driver performance.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Weights:</a:t>
            </a:r>
          </a:p>
        </p:txBody>
      </p:sp>
    </p:spTree>
    <p:extLst>
      <p:ext uri="{BB962C8B-B14F-4D97-AF65-F5344CB8AC3E}">
        <p14:creationId xmlns:p14="http://schemas.microsoft.com/office/powerpoint/2010/main" val="48982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AA0D-CD4D-33E0-F1E2-06DC7B5F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249"/>
            <a:ext cx="10515600" cy="842839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— Key Views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81AF40-4F35-E1BD-2917-EA65340CF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9085" y="1574358"/>
            <a:ext cx="9883472" cy="491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69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1544-95FD-42BE-3451-0346688D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Power BI Dashboard — Key Views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D70C0C-E951-8660-BF70-1149079C3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134" y="1550504"/>
            <a:ext cx="9931179" cy="494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1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0EB3-AEB0-E519-7BE8-CA6E7DA6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Power BI Dashboard — Key Views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16ACA7-67A5-6FEB-EA4E-F5B3BF8BA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037" y="1542553"/>
            <a:ext cx="9891422" cy="495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47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C6D4-3871-8DF5-C986-7D455346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Power BI Dashboard — Key Views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D39F6A-73B2-1241-D514-A459E434B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037" y="1534601"/>
            <a:ext cx="9875519" cy="495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5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36E2-002A-F54E-6FCF-0030907B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822BA-9E9E-7011-22FD-7F12E4E7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2025 championship was decided by a very small margin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Lando Norris finished with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423 points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only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points ahead of Max Verstappen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how closely matched the season was at the top.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wins do not tell the entire championship story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Verstappen recorded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wins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compared with 7 each for Norris and Piastri, but Norris finished ahead on total championship points.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Qualifying pace does not completely determine race results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Qualifying–Race Gap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how drivers convert their starting position into a final race result, highlighting gains or losses during the race.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execution can compensate for a weaker qualifying result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who regularly gain positions during races can achieve strong results even when their qualifying position is not among the best.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Podium rate provides more context than wins alone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driver may not have the most victories but can still produce a strong season by consistently finishing within the top three</a:t>
            </a:r>
          </a:p>
        </p:txBody>
      </p:sp>
    </p:spTree>
    <p:extLst>
      <p:ext uri="{BB962C8B-B14F-4D97-AF65-F5344CB8AC3E}">
        <p14:creationId xmlns:p14="http://schemas.microsoft.com/office/powerpoint/2010/main" val="559066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C9F6-3595-2C02-2865-4DE1C9A5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Improvements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358EC-6218-C151-41D5-25E8A8458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Coverage: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8 metrics are included; factors like tyre management, race pace, and strategy are not covered.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Performance: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results are strongly influenced by car performance and cannot be completely isolated in this analysis.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Strategy: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Pit-stop decisions, race strategy, and tactical choices are not included in the scoring model.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Cars: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Safety-car periods can influence race outcomes but are not included in the performance scoring.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Failures: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does not distinguish between driver-caused retirements and mechanically induced DNFs.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Tyre compound and tyre degradation analysis.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Pit-stop performance.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Overtaking and position-change analysis.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advanced statistical analysis.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performance across track types.</a:t>
            </a:r>
          </a:p>
        </p:txBody>
      </p:sp>
    </p:spTree>
    <p:extLst>
      <p:ext uri="{BB962C8B-B14F-4D97-AF65-F5344CB8AC3E}">
        <p14:creationId xmlns:p14="http://schemas.microsoft.com/office/powerpoint/2010/main" val="324438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5A9B-B88E-C612-E4D6-E8CC29CA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CE0F7-2C86-B240-96F6-9E4DE1311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analysed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Formula 1 driver performance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race and qualifying data collected through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FastF1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processed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Pandas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Eight performance metrics were developed to evaluate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performance, qualifying performance, consistency, and reliability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metrics were combined using a weighted scoring model to calculate an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Score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driver.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was presented through an interactive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driver performance to be explored, compared, and understood across multiple dimensions throughout the season.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Outcome: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end-to-end data analytics project transforming Formula 1 data into meaningful driver performance insights.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793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130D0C-1D2F-2B2D-3B0C-26660505D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2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6092</TotalTime>
  <Words>856</Words>
  <Application>Microsoft Office PowerPoint</Application>
  <PresentationFormat>Widescreen</PresentationFormat>
  <Paragraphs>95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F1 Driver Performance Analysis — 2025  A concise, data-driven evaluation of driver performance beyond championship points  </vt:lpstr>
      <vt:lpstr>Project Overview &amp; Objectives</vt:lpstr>
      <vt:lpstr>Data &amp; Technology Stack</vt:lpstr>
      <vt:lpstr>Performance Metrics</vt:lpstr>
      <vt:lpstr>Scoring Methodology</vt:lpstr>
      <vt:lpstr>Power BI Dashboard — Key Views</vt:lpstr>
      <vt:lpstr>Power BI Dashboard — Key Views</vt:lpstr>
      <vt:lpstr>Power BI Dashboard — Key Views</vt:lpstr>
      <vt:lpstr>Power BI Dashboard — Key Views</vt:lpstr>
      <vt:lpstr>Analytical Insights</vt:lpstr>
      <vt:lpstr>Limitations &amp; Future Improvements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22MH1A42C8</dc:creator>
  <cp:lastModifiedBy>22MH1A42C8</cp:lastModifiedBy>
  <cp:revision>2</cp:revision>
  <dcterms:created xsi:type="dcterms:W3CDTF">2026-09-25T08:17:55Z</dcterms:created>
  <dcterms:modified xsi:type="dcterms:W3CDTF">2026-09-30T07:12:41Z</dcterms:modified>
</cp:coreProperties>
</file>